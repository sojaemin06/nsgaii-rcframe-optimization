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7EA3"/>
    <a:srgbClr val="D68B32"/>
    <a:srgbClr val="9EACAD"/>
    <a:srgbClr val="F07165"/>
    <a:srgbClr val="7CA490"/>
    <a:srgbClr val="4472C4"/>
    <a:srgbClr val="E7F4FC"/>
    <a:srgbClr val="F4F1E1"/>
    <a:srgbClr val="F3F2DF"/>
    <a:srgbClr val="EDF1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-144" y="1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01E38-6EEC-4DDE-8CEB-46DB9B9A8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D234486-A450-4FE5-A548-A8E0F1B31E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FBB816-E73E-48E8-AD57-1A1BD2BB7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AA705-A7F4-40E8-942C-AFDA13F6FFE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2B323F-477D-456E-B735-20DC5C2DC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396754-FE59-44F7-8941-37065B6CB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73CDC-7152-43A8-82B3-6B9E9D3A9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2226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35475-7FB3-4C52-8CB9-2C00D15E7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839821-C80D-485A-805F-012A73AD2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4A21E7-B5BB-4925-BCA5-7140CE97D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AA705-A7F4-40E8-942C-AFDA13F6FFE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B1B23B-BF59-4715-9CC0-29C24BBF3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394CB2-7DBE-4DBE-8E16-82D07420C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73CDC-7152-43A8-82B3-6B9E9D3A9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99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DB72D1-21DB-4EB1-B01E-B7F3E1700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4F0E6D-0309-49E1-9F07-260E1DF68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234DEF-BDE3-469E-8A38-D1B42A879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AA705-A7F4-40E8-942C-AFDA13F6FFE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F50E80-299B-4679-81A9-28988F188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92C26E-065D-44AD-8546-B29F2B213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73CDC-7152-43A8-82B3-6B9E9D3A9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873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5CA0D6-5E5C-42AF-BC42-456AAA639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783219-E649-4305-898A-399969B728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9EF84D-732F-4E01-B5C3-90FD5AEE9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4020C8-ED4E-4AD7-B9D0-DD35F8122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AA705-A7F4-40E8-942C-AFDA13F6FFE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595CE3-84F2-4596-A650-9AB6FAF3A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8AFA20-AD4E-416A-A127-BC71FABA3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73CDC-7152-43A8-82B3-6B9E9D3A9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64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F8656C-E27C-4E30-924C-A793CB771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40617D-E1CC-4650-BE64-DB9DB17B5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82FBC3-A945-4460-8705-96DE4AB8E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195BC6-C5D8-4DCA-A85E-C9A99B4092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79C2C42-B222-486F-8B27-460D9B2E9C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87E1825-C8F0-46F9-A98E-FA7EBEC0A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AA705-A7F4-40E8-942C-AFDA13F6FFE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76C4983-1779-4614-9F56-BBFD2C782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2EC7760-3A49-4ECC-A08D-3A0B94D11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73CDC-7152-43A8-82B3-6B9E9D3A9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633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9E42DC-CC82-4658-90EB-CDFBDE7F2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BF568D-A655-47F3-9695-58FFFDCCC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AA705-A7F4-40E8-942C-AFDA13F6FFE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C7510E-3D24-4D2F-8B5D-F9FE97DC6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47A3CF-E0C2-4945-91B1-3015002C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73CDC-7152-43A8-82B3-6B9E9D3A9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787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130AA9C-4E60-487E-8295-FCB64780E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AA705-A7F4-40E8-942C-AFDA13F6FFE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C79C6F-DA85-483D-BEA4-7B9092084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2115B2-65C9-48F2-8DD4-2CD71E9B1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73CDC-7152-43A8-82B3-6B9E9D3A9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576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88526-7EBC-4DCD-9869-2AEF9724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103ADC-7EC3-4B51-B1B7-EA1DED752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33D8FD-3A00-4B87-8AA3-3AFDD24991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FD259E-7226-4907-A013-A141A55C1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AA705-A7F4-40E8-942C-AFDA13F6FFE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4B923D-B8D5-4F6E-BB48-3F255B1FF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7FC1CF-5C38-4C5A-8899-255ADD257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73CDC-7152-43A8-82B3-6B9E9D3A9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380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E194D5-8CFE-427F-9E17-AD1112ECB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D05B46F-D7C8-4273-AA4A-D7C21192BB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9AA237-F63E-4EE5-9D98-E1FEFEF07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8F8EED-965A-4D41-AE69-7FEFF9E9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AA705-A7F4-40E8-942C-AFDA13F6FFE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B883E0-16EE-4BF8-B0D9-5A41B9DB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6C2184-2BC9-4BA6-AAE8-FADFFEE1E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73CDC-7152-43A8-82B3-6B9E9D3A9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462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CD560C-54E9-4C81-A4A4-F58644420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5C2997-9D3B-42DC-996E-9BCD47A05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15EA47-E408-4E2B-BE25-0F0117382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AA705-A7F4-40E8-942C-AFDA13F6FFE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286ABE-EEE1-4612-8C95-2ACFDDE6A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3CD366-74A4-4085-A206-2BB7C0D1E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73CDC-7152-43A8-82B3-6B9E9D3A9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173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C12B092-2811-4774-A36D-98B8B1FFB6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FC0FF7-1DBF-4011-B3E0-5E525F94F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4499DF-023B-4120-97F8-BA995AB51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AA705-A7F4-40E8-942C-AFDA13F6FFE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8FB851-D696-4A24-AC87-4FDF289DE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117037-8A71-47C3-8D2B-D10FA21CC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73CDC-7152-43A8-82B3-6B9E9D3A9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428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3315625-F101-4357-A854-4843A5A0C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71926E-9498-42F9-AAC8-7006FF912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3D8B23-6BC2-4A25-ACDD-47C5732946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2AA705-A7F4-40E8-942C-AFDA13F6FFEA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9D374C-69CD-4F00-BD35-300AD95E0B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3EA082-77BB-4B21-A7A4-97612232FD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73CDC-7152-43A8-82B3-6B9E9D3A9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517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0">
            <a:extLst>
              <a:ext uri="{FF2B5EF4-FFF2-40B4-BE49-F238E27FC236}">
                <a16:creationId xmlns:a16="http://schemas.microsoft.com/office/drawing/2014/main" id="{5ADDD7E1-85FA-40DC-8E3A-056309660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7793" y="469455"/>
            <a:ext cx="2717283" cy="2717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BE4CF31E-15B2-493A-8AC3-0CA2F9EA7DE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5414" y="972334"/>
            <a:ext cx="5731510" cy="1934210"/>
          </a:xfrm>
          <a:prstGeom prst="rect">
            <a:avLst/>
          </a:prstGeom>
        </p:spPr>
      </p:pic>
      <p:grpSp>
        <p:nvGrpSpPr>
          <p:cNvPr id="1055" name="그룹 1054">
            <a:extLst>
              <a:ext uri="{FF2B5EF4-FFF2-40B4-BE49-F238E27FC236}">
                <a16:creationId xmlns:a16="http://schemas.microsoft.com/office/drawing/2014/main" id="{FBD77059-FE6F-404A-90CD-72A57ECF621D}"/>
              </a:ext>
            </a:extLst>
          </p:cNvPr>
          <p:cNvGrpSpPr/>
          <p:nvPr/>
        </p:nvGrpSpPr>
        <p:grpSpPr>
          <a:xfrm>
            <a:off x="1168868" y="3951354"/>
            <a:ext cx="7954344" cy="2015106"/>
            <a:chOff x="1008848" y="2655954"/>
            <a:chExt cx="7954344" cy="2015106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7ABCB218-D960-4B00-B48F-21E03CE02BD9}"/>
                </a:ext>
              </a:extLst>
            </p:cNvPr>
            <p:cNvSpPr/>
            <p:nvPr/>
          </p:nvSpPr>
          <p:spPr>
            <a:xfrm>
              <a:off x="1008848" y="2655954"/>
              <a:ext cx="4440211" cy="2015106"/>
            </a:xfrm>
            <a:prstGeom prst="roundRect">
              <a:avLst>
                <a:gd name="adj" fmla="val 6667"/>
              </a:avLst>
            </a:prstGeom>
            <a:solidFill>
              <a:srgbClr val="F4F1E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8" name="Picture 8" descr="0">
              <a:extLst>
                <a:ext uri="{FF2B5EF4-FFF2-40B4-BE49-F238E27FC236}">
                  <a16:creationId xmlns:a16="http://schemas.microsoft.com/office/drawing/2014/main" id="{C292E940-3299-46EA-A690-5397455787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0" t="6411" r="59770" b="50288"/>
            <a:stretch/>
          </p:blipFill>
          <p:spPr bwMode="auto">
            <a:xfrm>
              <a:off x="1257283" y="2703015"/>
              <a:ext cx="1514588" cy="18489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87903EAA-D7DA-4C57-92D1-7B6D7C4D7463}"/>
                </a:ext>
              </a:extLst>
            </p:cNvPr>
            <p:cNvSpPr/>
            <p:nvPr/>
          </p:nvSpPr>
          <p:spPr>
            <a:xfrm>
              <a:off x="3490896" y="3049336"/>
              <a:ext cx="139700" cy="139700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33CD0D91-6656-4862-9985-150617DD79A9}"/>
                </a:ext>
              </a:extLst>
            </p:cNvPr>
            <p:cNvSpPr/>
            <p:nvPr/>
          </p:nvSpPr>
          <p:spPr>
            <a:xfrm>
              <a:off x="3998896" y="3049336"/>
              <a:ext cx="139700" cy="139700"/>
            </a:xfrm>
            <a:prstGeom prst="rect">
              <a:avLst/>
            </a:prstGeom>
            <a:solidFill>
              <a:srgbClr val="7CA49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9C24DCDE-DDF7-4006-9CF3-CD9A536E0EBB}"/>
                </a:ext>
              </a:extLst>
            </p:cNvPr>
            <p:cNvSpPr/>
            <p:nvPr/>
          </p:nvSpPr>
          <p:spPr>
            <a:xfrm>
              <a:off x="4506896" y="3049336"/>
              <a:ext cx="139700" cy="139700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EA95DBF3-4EB2-4C5D-9D36-2371FE7BBCC9}"/>
                </a:ext>
              </a:extLst>
            </p:cNvPr>
            <p:cNvSpPr/>
            <p:nvPr/>
          </p:nvSpPr>
          <p:spPr>
            <a:xfrm>
              <a:off x="3490896" y="3512569"/>
              <a:ext cx="139700" cy="139700"/>
            </a:xfrm>
            <a:prstGeom prst="rect">
              <a:avLst/>
            </a:prstGeom>
            <a:solidFill>
              <a:srgbClr val="7CA49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6C4AF1F6-3570-4210-975E-494CD4D9B877}"/>
                </a:ext>
              </a:extLst>
            </p:cNvPr>
            <p:cNvSpPr/>
            <p:nvPr/>
          </p:nvSpPr>
          <p:spPr>
            <a:xfrm>
              <a:off x="3998896" y="3512569"/>
              <a:ext cx="139700" cy="139700"/>
            </a:xfrm>
            <a:prstGeom prst="rect">
              <a:avLst/>
            </a:prstGeom>
            <a:solidFill>
              <a:srgbClr val="F0716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A222B69-543D-4709-842C-E79C08213AA0}"/>
                </a:ext>
              </a:extLst>
            </p:cNvPr>
            <p:cNvSpPr/>
            <p:nvPr/>
          </p:nvSpPr>
          <p:spPr>
            <a:xfrm>
              <a:off x="4506896" y="3512569"/>
              <a:ext cx="139700" cy="139700"/>
            </a:xfrm>
            <a:prstGeom prst="rect">
              <a:avLst/>
            </a:prstGeom>
            <a:solidFill>
              <a:srgbClr val="7CA49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109C426A-FB0B-47D3-88A3-1D155284969C}"/>
                </a:ext>
              </a:extLst>
            </p:cNvPr>
            <p:cNvSpPr/>
            <p:nvPr/>
          </p:nvSpPr>
          <p:spPr>
            <a:xfrm>
              <a:off x="3490896" y="3975802"/>
              <a:ext cx="139700" cy="139700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4E7661E2-169E-434C-87D2-8497B074D3C0}"/>
                </a:ext>
              </a:extLst>
            </p:cNvPr>
            <p:cNvCxnSpPr>
              <a:stCxn id="74" idx="2"/>
              <a:endCxn id="77" idx="0"/>
            </p:cNvCxnSpPr>
            <p:nvPr/>
          </p:nvCxnSpPr>
          <p:spPr>
            <a:xfrm>
              <a:off x="4576746" y="3189036"/>
              <a:ext cx="0" cy="323533"/>
            </a:xfrm>
            <a:prstGeom prst="line">
              <a:avLst/>
            </a:prstGeom>
            <a:ln w="28575">
              <a:solidFill>
                <a:srgbClr val="D68B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4368C28E-4B71-40CD-BE12-B30814B22BC7}"/>
                </a:ext>
              </a:extLst>
            </p:cNvPr>
            <p:cNvCxnSpPr>
              <a:stCxn id="77" idx="2"/>
              <a:endCxn id="80" idx="0"/>
            </p:cNvCxnSpPr>
            <p:nvPr/>
          </p:nvCxnSpPr>
          <p:spPr>
            <a:xfrm>
              <a:off x="4576746" y="3652269"/>
              <a:ext cx="0" cy="323533"/>
            </a:xfrm>
            <a:prstGeom prst="line">
              <a:avLst/>
            </a:prstGeom>
            <a:ln w="28575">
              <a:solidFill>
                <a:srgbClr val="D68B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74A766DA-AC23-43E9-9DDB-C49B8804018F}"/>
                </a:ext>
              </a:extLst>
            </p:cNvPr>
            <p:cNvCxnSpPr/>
            <p:nvPr/>
          </p:nvCxnSpPr>
          <p:spPr>
            <a:xfrm>
              <a:off x="3560746" y="3189036"/>
              <a:ext cx="0" cy="323533"/>
            </a:xfrm>
            <a:prstGeom prst="line">
              <a:avLst/>
            </a:prstGeom>
            <a:ln w="28575">
              <a:solidFill>
                <a:srgbClr val="D68B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B504258-2EF5-49C5-83CC-1607497C328E}"/>
                </a:ext>
              </a:extLst>
            </p:cNvPr>
            <p:cNvCxnSpPr/>
            <p:nvPr/>
          </p:nvCxnSpPr>
          <p:spPr>
            <a:xfrm>
              <a:off x="3560746" y="3652269"/>
              <a:ext cx="0" cy="323533"/>
            </a:xfrm>
            <a:prstGeom prst="line">
              <a:avLst/>
            </a:prstGeom>
            <a:ln w="28575">
              <a:solidFill>
                <a:srgbClr val="D68B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4CB1F763-2437-462F-9D9F-47A7ED53142D}"/>
                </a:ext>
              </a:extLst>
            </p:cNvPr>
            <p:cNvCxnSpPr>
              <a:stCxn id="78" idx="3"/>
              <a:endCxn id="79" idx="1"/>
            </p:cNvCxnSpPr>
            <p:nvPr/>
          </p:nvCxnSpPr>
          <p:spPr>
            <a:xfrm>
              <a:off x="3630596" y="4045652"/>
              <a:ext cx="368300" cy="0"/>
            </a:xfrm>
            <a:prstGeom prst="line">
              <a:avLst/>
            </a:prstGeom>
            <a:ln w="28575">
              <a:solidFill>
                <a:srgbClr val="D68B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71294A47-D016-4294-819F-7D82DD74F07F}"/>
                </a:ext>
              </a:extLst>
            </p:cNvPr>
            <p:cNvCxnSpPr>
              <a:stCxn id="79" idx="3"/>
              <a:endCxn id="80" idx="1"/>
            </p:cNvCxnSpPr>
            <p:nvPr/>
          </p:nvCxnSpPr>
          <p:spPr>
            <a:xfrm>
              <a:off x="4138596" y="4045652"/>
              <a:ext cx="368300" cy="0"/>
            </a:xfrm>
            <a:prstGeom prst="line">
              <a:avLst/>
            </a:prstGeom>
            <a:ln w="28575">
              <a:solidFill>
                <a:srgbClr val="D68B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C44A466C-CCB9-4751-B8F3-FC63D15C0664}"/>
                </a:ext>
              </a:extLst>
            </p:cNvPr>
            <p:cNvCxnSpPr/>
            <p:nvPr/>
          </p:nvCxnSpPr>
          <p:spPr>
            <a:xfrm>
              <a:off x="3630596" y="3578927"/>
              <a:ext cx="368300" cy="0"/>
            </a:xfrm>
            <a:prstGeom prst="line">
              <a:avLst/>
            </a:prstGeom>
            <a:ln w="28575">
              <a:solidFill>
                <a:srgbClr val="827E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684F4D92-C250-4858-B916-816C9AA3E29C}"/>
                </a:ext>
              </a:extLst>
            </p:cNvPr>
            <p:cNvCxnSpPr/>
            <p:nvPr/>
          </p:nvCxnSpPr>
          <p:spPr>
            <a:xfrm>
              <a:off x="4138596" y="3578927"/>
              <a:ext cx="368300" cy="0"/>
            </a:xfrm>
            <a:prstGeom prst="line">
              <a:avLst/>
            </a:prstGeom>
            <a:ln w="28575">
              <a:solidFill>
                <a:srgbClr val="827E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E99F6246-5FB2-4990-8035-506C03742A48}"/>
                </a:ext>
              </a:extLst>
            </p:cNvPr>
            <p:cNvCxnSpPr/>
            <p:nvPr/>
          </p:nvCxnSpPr>
          <p:spPr>
            <a:xfrm>
              <a:off x="3630596" y="3112202"/>
              <a:ext cx="368300" cy="0"/>
            </a:xfrm>
            <a:prstGeom prst="line">
              <a:avLst/>
            </a:prstGeom>
            <a:ln w="28575">
              <a:solidFill>
                <a:srgbClr val="D68B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0B5288A5-475B-4948-998E-E1D0A61E5738}"/>
                </a:ext>
              </a:extLst>
            </p:cNvPr>
            <p:cNvCxnSpPr/>
            <p:nvPr/>
          </p:nvCxnSpPr>
          <p:spPr>
            <a:xfrm>
              <a:off x="4138596" y="3112202"/>
              <a:ext cx="368300" cy="0"/>
            </a:xfrm>
            <a:prstGeom prst="line">
              <a:avLst/>
            </a:prstGeom>
            <a:ln w="28575">
              <a:solidFill>
                <a:srgbClr val="D68B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AF9DB140-993F-44D9-A124-032C6637EE89}"/>
                </a:ext>
              </a:extLst>
            </p:cNvPr>
            <p:cNvCxnSpPr>
              <a:stCxn id="73" idx="2"/>
              <a:endCxn id="76" idx="0"/>
            </p:cNvCxnSpPr>
            <p:nvPr/>
          </p:nvCxnSpPr>
          <p:spPr>
            <a:xfrm>
              <a:off x="4068746" y="3189036"/>
              <a:ext cx="0" cy="323533"/>
            </a:xfrm>
            <a:prstGeom prst="line">
              <a:avLst/>
            </a:prstGeom>
            <a:ln w="28575">
              <a:solidFill>
                <a:srgbClr val="827E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B0C7BC9D-EAB8-44C6-B2D3-E0E6D22E2DD5}"/>
                </a:ext>
              </a:extLst>
            </p:cNvPr>
            <p:cNvCxnSpPr>
              <a:stCxn id="76" idx="2"/>
              <a:endCxn id="79" idx="0"/>
            </p:cNvCxnSpPr>
            <p:nvPr/>
          </p:nvCxnSpPr>
          <p:spPr>
            <a:xfrm>
              <a:off x="4068746" y="3652269"/>
              <a:ext cx="0" cy="323533"/>
            </a:xfrm>
            <a:prstGeom prst="line">
              <a:avLst/>
            </a:prstGeom>
            <a:ln w="28575">
              <a:solidFill>
                <a:srgbClr val="827E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9F440826-09AD-447B-B5EE-E1C27799D1DC}"/>
                </a:ext>
              </a:extLst>
            </p:cNvPr>
            <p:cNvSpPr/>
            <p:nvPr/>
          </p:nvSpPr>
          <p:spPr>
            <a:xfrm>
              <a:off x="3998896" y="3975802"/>
              <a:ext cx="139700" cy="139700"/>
            </a:xfrm>
            <a:prstGeom prst="rect">
              <a:avLst/>
            </a:prstGeom>
            <a:solidFill>
              <a:srgbClr val="7CA49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4D5BDC78-08E1-42BD-9464-C68BCD3FAA3A}"/>
                </a:ext>
              </a:extLst>
            </p:cNvPr>
            <p:cNvSpPr/>
            <p:nvPr/>
          </p:nvSpPr>
          <p:spPr>
            <a:xfrm>
              <a:off x="4506896" y="3975802"/>
              <a:ext cx="139700" cy="139700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오른쪽 대괄호 96">
              <a:extLst>
                <a:ext uri="{FF2B5EF4-FFF2-40B4-BE49-F238E27FC236}">
                  <a16:creationId xmlns:a16="http://schemas.microsoft.com/office/drawing/2014/main" id="{6E056AE4-C9BC-437C-844D-026E320740FC}"/>
                </a:ext>
              </a:extLst>
            </p:cNvPr>
            <p:cNvSpPr/>
            <p:nvPr/>
          </p:nvSpPr>
          <p:spPr>
            <a:xfrm>
              <a:off x="2779995" y="3810024"/>
              <a:ext cx="69837" cy="569495"/>
            </a:xfrm>
            <a:prstGeom prst="rightBracket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자유형: 도형 98">
              <a:extLst>
                <a:ext uri="{FF2B5EF4-FFF2-40B4-BE49-F238E27FC236}">
                  <a16:creationId xmlns:a16="http://schemas.microsoft.com/office/drawing/2014/main" id="{AA914975-0002-48D7-875A-EF24A03BB817}"/>
                </a:ext>
              </a:extLst>
            </p:cNvPr>
            <p:cNvSpPr/>
            <p:nvPr/>
          </p:nvSpPr>
          <p:spPr>
            <a:xfrm>
              <a:off x="2855495" y="3521241"/>
              <a:ext cx="441158" cy="570425"/>
            </a:xfrm>
            <a:custGeom>
              <a:avLst/>
              <a:gdLst>
                <a:gd name="connsiteX0" fmla="*/ 0 w 441158"/>
                <a:gd name="connsiteY0" fmla="*/ 569495 h 570425"/>
                <a:gd name="connsiteX1" fmla="*/ 120316 w 441158"/>
                <a:gd name="connsiteY1" fmla="*/ 489284 h 570425"/>
                <a:gd name="connsiteX2" fmla="*/ 336884 w 441158"/>
                <a:gd name="connsiteY2" fmla="*/ 56148 h 570425"/>
                <a:gd name="connsiteX3" fmla="*/ 441158 w 441158"/>
                <a:gd name="connsiteY3" fmla="*/ 0 h 57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1158" h="570425">
                  <a:moveTo>
                    <a:pt x="0" y="569495"/>
                  </a:moveTo>
                  <a:cubicBezTo>
                    <a:pt x="32084" y="572168"/>
                    <a:pt x="64169" y="574842"/>
                    <a:pt x="120316" y="489284"/>
                  </a:cubicBezTo>
                  <a:cubicBezTo>
                    <a:pt x="176463" y="403726"/>
                    <a:pt x="283410" y="137695"/>
                    <a:pt x="336884" y="56148"/>
                  </a:cubicBezTo>
                  <a:cubicBezTo>
                    <a:pt x="390358" y="-25399"/>
                    <a:pt x="425116" y="10695"/>
                    <a:pt x="441158" y="0"/>
                  </a:cubicBezTo>
                </a:path>
              </a:pathLst>
            </a:cu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이등변 삼각형 99">
              <a:extLst>
                <a:ext uri="{FF2B5EF4-FFF2-40B4-BE49-F238E27FC236}">
                  <a16:creationId xmlns:a16="http://schemas.microsoft.com/office/drawing/2014/main" id="{88FB9F12-DC1E-4806-B3CE-3A4F4042306A}"/>
                </a:ext>
              </a:extLst>
            </p:cNvPr>
            <p:cNvSpPr/>
            <p:nvPr/>
          </p:nvSpPr>
          <p:spPr>
            <a:xfrm rot="5400000">
              <a:off x="3254149" y="3489227"/>
              <a:ext cx="81496" cy="7250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5AF51179-54ED-46BF-81D1-1737D30EDABF}"/>
                    </a:ext>
                  </a:extLst>
                </p:cNvPr>
                <p:cNvSpPr txBox="1"/>
                <p:nvPr/>
              </p:nvSpPr>
              <p:spPr>
                <a:xfrm>
                  <a:off x="2410559" y="2796380"/>
                  <a:ext cx="1150187" cy="2048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700" b="1" dirty="0"/>
                    <a:t>Corner Columns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  <m:t>𝒊𝒅</m:t>
                          </m:r>
                          <m: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en-US" altLang="ko-KR" sz="700" b="1" dirty="0"/>
                    <a:t>)</a:t>
                  </a:r>
                  <a:endParaRPr lang="ko-KR" altLang="en-US" sz="700" b="1" dirty="0"/>
                </a:p>
              </p:txBody>
            </p:sp>
          </mc:Choice>
          <mc:Fallback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5AF51179-54ED-46BF-81D1-1737D30EDA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0559" y="2796380"/>
                  <a:ext cx="1150187" cy="204800"/>
                </a:xfrm>
                <a:prstGeom prst="rect">
                  <a:avLst/>
                </a:prstGeom>
                <a:blipFill>
                  <a:blip r:embed="rId4"/>
                  <a:stretch>
                    <a:fillRect b="-294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9FABC74F-8409-478C-8A42-DA601071C031}"/>
                    </a:ext>
                  </a:extLst>
                </p:cNvPr>
                <p:cNvSpPr txBox="1"/>
                <p:nvPr/>
              </p:nvSpPr>
              <p:spPr>
                <a:xfrm>
                  <a:off x="3630596" y="2751991"/>
                  <a:ext cx="1071640" cy="2048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700" b="1" dirty="0"/>
                    <a:t>Edge Columns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  <m:t>𝒊𝒅</m:t>
                          </m:r>
                          <m: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en-US" altLang="ko-KR" sz="700" b="1" dirty="0"/>
                    <a:t>)</a:t>
                  </a:r>
                  <a:endParaRPr lang="ko-KR" altLang="en-US" sz="700" b="1" dirty="0"/>
                </a:p>
              </p:txBody>
            </p:sp>
          </mc:Choice>
          <mc:Fallback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9FABC74F-8409-478C-8A42-DA601071C0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0596" y="2751991"/>
                  <a:ext cx="1071640" cy="204800"/>
                </a:xfrm>
                <a:prstGeom prst="rect">
                  <a:avLst/>
                </a:prstGeom>
                <a:blipFill>
                  <a:blip r:embed="rId5"/>
                  <a:stretch>
                    <a:fillRect b="-294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CBFA467E-420E-4C39-89CA-20E3A2BEFEE9}"/>
                    </a:ext>
                  </a:extLst>
                </p:cNvPr>
                <p:cNvSpPr txBox="1"/>
                <p:nvPr/>
              </p:nvSpPr>
              <p:spPr>
                <a:xfrm>
                  <a:off x="4601500" y="3103843"/>
                  <a:ext cx="746231" cy="3125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700" b="1" dirty="0"/>
                    <a:t>Exterior</a:t>
                  </a:r>
                </a:p>
                <a:p>
                  <a:pPr algn="ctr"/>
                  <a:r>
                    <a:rPr lang="en-US" altLang="ko-KR" sz="700" b="1" dirty="0"/>
                    <a:t>Beams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  <m:t>𝒊𝒅</m:t>
                          </m:r>
                          <m: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en-US" altLang="ko-KR" sz="700" b="1" dirty="0"/>
                    <a:t>)</a:t>
                  </a:r>
                  <a:endParaRPr lang="ko-KR" altLang="en-US" sz="700" b="1" dirty="0"/>
                </a:p>
              </p:txBody>
            </p:sp>
          </mc:Choice>
          <mc:Fallback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CBFA467E-420E-4C39-89CA-20E3A2BEFE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1500" y="3103843"/>
                  <a:ext cx="746231" cy="312521"/>
                </a:xfrm>
                <a:prstGeom prst="rect">
                  <a:avLst/>
                </a:prstGeom>
                <a:blipFill>
                  <a:blip r:embed="rId6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25B0B043-69A9-4636-A6A6-279FF7A7D87E}"/>
                    </a:ext>
                  </a:extLst>
                </p:cNvPr>
                <p:cNvSpPr txBox="1"/>
                <p:nvPr/>
              </p:nvSpPr>
              <p:spPr>
                <a:xfrm>
                  <a:off x="4060787" y="3146079"/>
                  <a:ext cx="556563" cy="4202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700" b="1" dirty="0"/>
                    <a:t>Interior</a:t>
                  </a:r>
                </a:p>
                <a:p>
                  <a:pPr algn="ctr"/>
                  <a:r>
                    <a:rPr lang="en-US" altLang="ko-KR" sz="700" b="1" dirty="0"/>
                    <a:t>Columns</a:t>
                  </a:r>
                </a:p>
                <a:p>
                  <a:pPr algn="ctr"/>
                  <a:r>
                    <a:rPr lang="en-US" altLang="ko-KR" sz="700" b="1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  <m:t>𝒊𝒅</m:t>
                          </m:r>
                          <m: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en-US" altLang="ko-KR" sz="700" b="1" dirty="0"/>
                    <a:t>)</a:t>
                  </a:r>
                  <a:endParaRPr lang="ko-KR" altLang="en-US" sz="700" b="1" dirty="0"/>
                </a:p>
              </p:txBody>
            </p:sp>
          </mc:Choice>
          <mc:Fallback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25B0B043-69A9-4636-A6A6-279FF7A7D8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0787" y="3146079"/>
                  <a:ext cx="556563" cy="420243"/>
                </a:xfrm>
                <a:prstGeom prst="rect">
                  <a:avLst/>
                </a:prstGeom>
                <a:blipFill>
                  <a:blip r:embed="rId7"/>
                  <a:stretch>
                    <a:fillRect b="-144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66EC818C-76CA-41AB-A10F-37692FC23F68}"/>
                    </a:ext>
                  </a:extLst>
                </p:cNvPr>
                <p:cNvSpPr txBox="1"/>
                <p:nvPr/>
              </p:nvSpPr>
              <p:spPr>
                <a:xfrm>
                  <a:off x="4081876" y="3640585"/>
                  <a:ext cx="502061" cy="4202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700" b="1" dirty="0"/>
                    <a:t>Interior</a:t>
                  </a:r>
                </a:p>
                <a:p>
                  <a:pPr algn="ctr"/>
                  <a:r>
                    <a:rPr lang="en-US" altLang="ko-KR" sz="700" b="1" dirty="0"/>
                    <a:t>Beams</a:t>
                  </a:r>
                </a:p>
                <a:p>
                  <a:pPr algn="ctr"/>
                  <a:r>
                    <a:rPr lang="en-US" altLang="ko-KR" sz="700" b="1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b>
                          <m: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  <m:t>𝒊𝒅</m:t>
                          </m:r>
                          <m: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7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en-US" altLang="ko-KR" sz="700" b="1" dirty="0"/>
                    <a:t>)</a:t>
                  </a:r>
                  <a:endParaRPr lang="ko-KR" altLang="en-US" sz="700" b="1" dirty="0"/>
                </a:p>
              </p:txBody>
            </p:sp>
          </mc:Choice>
          <mc:Fallback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66EC818C-76CA-41AB-A10F-37692FC23F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1876" y="3640585"/>
                  <a:ext cx="502061" cy="420243"/>
                </a:xfrm>
                <a:prstGeom prst="rect">
                  <a:avLst/>
                </a:prstGeom>
                <a:blipFill>
                  <a:blip r:embed="rId8"/>
                  <a:stretch>
                    <a:fillRect b="-144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4" name="직선 연결선 113">
              <a:extLst>
                <a:ext uri="{FF2B5EF4-FFF2-40B4-BE49-F238E27FC236}">
                  <a16:creationId xmlns:a16="http://schemas.microsoft.com/office/drawing/2014/main" id="{BAD5A715-223D-4D7C-AFE1-F9D54547EEB5}"/>
                </a:ext>
              </a:extLst>
            </p:cNvPr>
            <p:cNvCxnSpPr>
              <a:cxnSpLocks/>
            </p:cNvCxnSpPr>
            <p:nvPr/>
          </p:nvCxnSpPr>
          <p:spPr>
            <a:xfrm>
              <a:off x="3471700" y="2928286"/>
              <a:ext cx="89046" cy="12105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4AD53681-D95A-404D-987C-D32754D60A83}"/>
                </a:ext>
              </a:extLst>
            </p:cNvPr>
            <p:cNvCxnSpPr>
              <a:cxnSpLocks/>
              <a:endCxn id="73" idx="0"/>
            </p:cNvCxnSpPr>
            <p:nvPr/>
          </p:nvCxnSpPr>
          <p:spPr>
            <a:xfrm>
              <a:off x="4052828" y="2937349"/>
              <a:ext cx="15918" cy="1119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BA1CAFC7-7E95-4807-9896-784ABD7A66E0}"/>
                </a:ext>
              </a:extLst>
            </p:cNvPr>
            <p:cNvCxnSpPr/>
            <p:nvPr/>
          </p:nvCxnSpPr>
          <p:spPr>
            <a:xfrm flipV="1">
              <a:off x="4102995" y="3422055"/>
              <a:ext cx="34058" cy="8848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53258991-1BAB-493E-81EC-5A1BAD6C6A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9495" y="3760536"/>
              <a:ext cx="84540" cy="9017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4" name="직선 연결선 1023">
              <a:extLst>
                <a:ext uri="{FF2B5EF4-FFF2-40B4-BE49-F238E27FC236}">
                  <a16:creationId xmlns:a16="http://schemas.microsoft.com/office/drawing/2014/main" id="{DD06CCFE-6B40-4F48-8E0C-01A6C11BF3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87583" y="3350802"/>
              <a:ext cx="89277" cy="655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5921A56D-22FD-4074-B820-61D6384E41C9}"/>
                </a:ext>
              </a:extLst>
            </p:cNvPr>
            <p:cNvSpPr/>
            <p:nvPr/>
          </p:nvSpPr>
          <p:spPr>
            <a:xfrm>
              <a:off x="5516511" y="2655954"/>
              <a:ext cx="3446681" cy="2015106"/>
            </a:xfrm>
            <a:prstGeom prst="roundRect">
              <a:avLst>
                <a:gd name="adj" fmla="val 6667"/>
              </a:avLst>
            </a:prstGeom>
            <a:solidFill>
              <a:srgbClr val="E7F4F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27" name="직사각형 1026">
              <a:extLst>
                <a:ext uri="{FF2B5EF4-FFF2-40B4-BE49-F238E27FC236}">
                  <a16:creationId xmlns:a16="http://schemas.microsoft.com/office/drawing/2014/main" id="{9E411D4D-FA7A-4507-97F1-ABE9B2AB95CA}"/>
                </a:ext>
              </a:extLst>
            </p:cNvPr>
            <p:cNvSpPr/>
            <p:nvPr/>
          </p:nvSpPr>
          <p:spPr>
            <a:xfrm>
              <a:off x="6096000" y="3366579"/>
              <a:ext cx="219113" cy="424695"/>
            </a:xfrm>
            <a:prstGeom prst="rect">
              <a:avLst/>
            </a:prstGeom>
            <a:solidFill>
              <a:srgbClr val="4472C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4CE4E2BA-1ABB-47C4-AE63-E21BACF6B690}"/>
                </a:ext>
              </a:extLst>
            </p:cNvPr>
            <p:cNvSpPr/>
            <p:nvPr/>
          </p:nvSpPr>
          <p:spPr>
            <a:xfrm>
              <a:off x="6315113" y="3366579"/>
              <a:ext cx="219113" cy="424695"/>
            </a:xfrm>
            <a:prstGeom prst="rect">
              <a:avLst/>
            </a:prstGeom>
            <a:solidFill>
              <a:srgbClr val="7CA49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F1B86B1F-DF43-4454-A2A0-8876700131F4}"/>
                </a:ext>
              </a:extLst>
            </p:cNvPr>
            <p:cNvSpPr/>
            <p:nvPr/>
          </p:nvSpPr>
          <p:spPr>
            <a:xfrm>
              <a:off x="6534226" y="3366579"/>
              <a:ext cx="219113" cy="424695"/>
            </a:xfrm>
            <a:prstGeom prst="rect">
              <a:avLst/>
            </a:prstGeom>
            <a:solidFill>
              <a:srgbClr val="F0716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30886EF2-CD76-4B07-A5DE-02B414A701DD}"/>
                </a:ext>
              </a:extLst>
            </p:cNvPr>
            <p:cNvSpPr/>
            <p:nvPr/>
          </p:nvSpPr>
          <p:spPr>
            <a:xfrm>
              <a:off x="6753339" y="3366579"/>
              <a:ext cx="219113" cy="4246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3AF0E386-26BE-46E4-9EC0-FA5B117E20EE}"/>
                </a:ext>
              </a:extLst>
            </p:cNvPr>
            <p:cNvSpPr/>
            <p:nvPr/>
          </p:nvSpPr>
          <p:spPr>
            <a:xfrm>
              <a:off x="6972452" y="3366579"/>
              <a:ext cx="219113" cy="424695"/>
            </a:xfrm>
            <a:prstGeom prst="rect">
              <a:avLst/>
            </a:prstGeom>
            <a:solidFill>
              <a:srgbClr val="9EAC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5FF6EB9A-0CF8-4A4A-AAF2-6DEC70403069}"/>
                </a:ext>
              </a:extLst>
            </p:cNvPr>
            <p:cNvSpPr/>
            <p:nvPr/>
          </p:nvSpPr>
          <p:spPr>
            <a:xfrm>
              <a:off x="7191565" y="3366579"/>
              <a:ext cx="219113" cy="424695"/>
            </a:xfrm>
            <a:prstGeom prst="rect">
              <a:avLst/>
            </a:prstGeom>
            <a:solidFill>
              <a:srgbClr val="9EAC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FAA78327-09BA-4DE0-8519-950373D660F8}"/>
                </a:ext>
              </a:extLst>
            </p:cNvPr>
            <p:cNvSpPr/>
            <p:nvPr/>
          </p:nvSpPr>
          <p:spPr>
            <a:xfrm>
              <a:off x="7410678" y="3366579"/>
              <a:ext cx="219113" cy="424695"/>
            </a:xfrm>
            <a:prstGeom prst="rect">
              <a:avLst/>
            </a:prstGeom>
            <a:solidFill>
              <a:srgbClr val="9EACA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805AB78E-4E57-4F62-916C-CE00CE41E6A4}"/>
                </a:ext>
              </a:extLst>
            </p:cNvPr>
            <p:cNvSpPr/>
            <p:nvPr/>
          </p:nvSpPr>
          <p:spPr>
            <a:xfrm>
              <a:off x="7629791" y="3366579"/>
              <a:ext cx="219113" cy="4246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AAC9CC70-40DE-4269-A3EE-F7FD0C675AB8}"/>
                </a:ext>
              </a:extLst>
            </p:cNvPr>
            <p:cNvSpPr/>
            <p:nvPr/>
          </p:nvSpPr>
          <p:spPr>
            <a:xfrm>
              <a:off x="7848904" y="3366579"/>
              <a:ext cx="219113" cy="424695"/>
            </a:xfrm>
            <a:prstGeom prst="rect">
              <a:avLst/>
            </a:prstGeom>
            <a:solidFill>
              <a:srgbClr val="D68B3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B7965301-1F9F-4F4D-A120-1E82E9F0F1CB}"/>
                </a:ext>
              </a:extLst>
            </p:cNvPr>
            <p:cNvSpPr/>
            <p:nvPr/>
          </p:nvSpPr>
          <p:spPr>
            <a:xfrm>
              <a:off x="8068017" y="3366579"/>
              <a:ext cx="219113" cy="424695"/>
            </a:xfrm>
            <a:prstGeom prst="rect">
              <a:avLst/>
            </a:prstGeom>
            <a:solidFill>
              <a:srgbClr val="827EA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43ED03AE-EF2D-4DEC-B802-31BF07A385D6}"/>
                </a:ext>
              </a:extLst>
            </p:cNvPr>
            <p:cNvSpPr/>
            <p:nvPr/>
          </p:nvSpPr>
          <p:spPr>
            <a:xfrm>
              <a:off x="8287130" y="3366579"/>
              <a:ext cx="219113" cy="4246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04B4904B-4E9A-433C-A3E2-7347734FEAE6}"/>
                </a:ext>
              </a:extLst>
            </p:cNvPr>
            <p:cNvSpPr txBox="1"/>
            <p:nvPr/>
          </p:nvSpPr>
          <p:spPr>
            <a:xfrm>
              <a:off x="6072346" y="3448121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/>
                <a:t>5</a:t>
              </a:r>
              <a:endParaRPr lang="ko-KR" altLang="en-US" sz="1100" b="1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9EAE226C-A947-4BDE-9508-4A22B92AB466}"/>
                </a:ext>
              </a:extLst>
            </p:cNvPr>
            <p:cNvSpPr txBox="1"/>
            <p:nvPr/>
          </p:nvSpPr>
          <p:spPr>
            <a:xfrm>
              <a:off x="6250583" y="3448121"/>
              <a:ext cx="34817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/>
                <a:t>11</a:t>
              </a:r>
              <a:endParaRPr lang="ko-KR" altLang="en-US" sz="1100" b="1" dirty="0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39E46065-72DF-4DC1-9C26-20519774D583}"/>
                </a:ext>
              </a:extLst>
            </p:cNvPr>
            <p:cNvSpPr txBox="1"/>
            <p:nvPr/>
          </p:nvSpPr>
          <p:spPr>
            <a:xfrm>
              <a:off x="6470185" y="3450612"/>
              <a:ext cx="34817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/>
                <a:t>15</a:t>
              </a:r>
              <a:endParaRPr lang="ko-KR" altLang="en-US" sz="1100" b="1" dirty="0"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8DE70BC1-170E-4EFC-B533-758962CC17CF}"/>
                </a:ext>
              </a:extLst>
            </p:cNvPr>
            <p:cNvSpPr txBox="1"/>
            <p:nvPr/>
          </p:nvSpPr>
          <p:spPr>
            <a:xfrm>
              <a:off x="6710773" y="3416364"/>
              <a:ext cx="3097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/>
                <a:t>…</a:t>
              </a:r>
              <a:endParaRPr lang="ko-KR" altLang="en-US" sz="1100" b="1" dirty="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B87506EC-0F44-482D-9C27-C53A33A6DFB7}"/>
                </a:ext>
              </a:extLst>
            </p:cNvPr>
            <p:cNvSpPr txBox="1"/>
            <p:nvPr/>
          </p:nvSpPr>
          <p:spPr>
            <a:xfrm>
              <a:off x="6948796" y="3455594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/>
                <a:t>0</a:t>
              </a:r>
              <a:endParaRPr lang="ko-KR" altLang="en-US" sz="1100" b="1" dirty="0"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09F2F372-50DC-4D01-A250-34565F3480C0}"/>
                </a:ext>
              </a:extLst>
            </p:cNvPr>
            <p:cNvSpPr txBox="1"/>
            <p:nvPr/>
          </p:nvSpPr>
          <p:spPr>
            <a:xfrm>
              <a:off x="7167908" y="3458085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/>
                <a:t>1</a:t>
              </a:r>
              <a:endParaRPr lang="ko-KR" altLang="en-US" sz="1100" b="1" dirty="0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51A0A5BB-B628-441C-9B50-F349276A8AF3}"/>
                </a:ext>
              </a:extLst>
            </p:cNvPr>
            <p:cNvSpPr txBox="1"/>
            <p:nvPr/>
          </p:nvSpPr>
          <p:spPr>
            <a:xfrm>
              <a:off x="7387020" y="3460576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/>
                <a:t>0</a:t>
              </a:r>
              <a:endParaRPr lang="ko-KR" altLang="en-US" sz="1100" b="1" dirty="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E2D121D6-9218-4058-B88D-D0D9F0A20A4A}"/>
                </a:ext>
              </a:extLst>
            </p:cNvPr>
            <p:cNvSpPr txBox="1"/>
            <p:nvPr/>
          </p:nvSpPr>
          <p:spPr>
            <a:xfrm>
              <a:off x="7784368" y="3465558"/>
              <a:ext cx="34817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/>
                <a:t>23</a:t>
              </a:r>
              <a:endParaRPr lang="ko-KR" altLang="en-US" sz="1100" b="1" dirty="0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1CBABB52-E03E-4824-9999-F9CF923A17F7}"/>
                </a:ext>
              </a:extLst>
            </p:cNvPr>
            <p:cNvSpPr txBox="1"/>
            <p:nvPr/>
          </p:nvSpPr>
          <p:spPr>
            <a:xfrm>
              <a:off x="8044356" y="3468049"/>
              <a:ext cx="2664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/>
                <a:t>4</a:t>
              </a:r>
              <a:endParaRPr lang="ko-KR" altLang="en-US" sz="1100" b="1" dirty="0"/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4FB0EA8D-F55E-41B5-9413-3A4E1CA0348E}"/>
                </a:ext>
              </a:extLst>
            </p:cNvPr>
            <p:cNvSpPr txBox="1"/>
            <p:nvPr/>
          </p:nvSpPr>
          <p:spPr>
            <a:xfrm>
              <a:off x="7588437" y="3416364"/>
              <a:ext cx="3097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/>
                <a:t>…</a:t>
              </a:r>
              <a:endParaRPr lang="ko-KR" altLang="en-US" sz="1100" b="1" dirty="0"/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5130DF0F-3A1C-4A34-912A-60802C5AA654}"/>
                </a:ext>
              </a:extLst>
            </p:cNvPr>
            <p:cNvSpPr txBox="1"/>
            <p:nvPr/>
          </p:nvSpPr>
          <p:spPr>
            <a:xfrm>
              <a:off x="8241836" y="3416364"/>
              <a:ext cx="3097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/>
                <a:t>…</a:t>
              </a:r>
              <a:endParaRPr lang="ko-KR" altLang="en-US" sz="1100" b="1" dirty="0"/>
            </a:p>
          </p:txBody>
        </p:sp>
        <p:sp>
          <p:nvSpPr>
            <p:cNvPr id="1033" name="오른쪽 대괄호 1032">
              <a:extLst>
                <a:ext uri="{FF2B5EF4-FFF2-40B4-BE49-F238E27FC236}">
                  <a16:creationId xmlns:a16="http://schemas.microsoft.com/office/drawing/2014/main" id="{EBA4707B-F7D4-4C04-9D89-6EADA5A17CB7}"/>
                </a:ext>
              </a:extLst>
            </p:cNvPr>
            <p:cNvSpPr/>
            <p:nvPr/>
          </p:nvSpPr>
          <p:spPr>
            <a:xfrm rot="5400000">
              <a:off x="6482532" y="3435398"/>
              <a:ext cx="82111" cy="831364"/>
            </a:xfrm>
            <a:prstGeom prst="rightBracket">
              <a:avLst>
                <a:gd name="adj" fmla="val 27400"/>
              </a:avLst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5" name="오른쪽 대괄호 174">
              <a:extLst>
                <a:ext uri="{FF2B5EF4-FFF2-40B4-BE49-F238E27FC236}">
                  <a16:creationId xmlns:a16="http://schemas.microsoft.com/office/drawing/2014/main" id="{6EC9D9DF-605B-40F8-A14C-631177C4B88E}"/>
                </a:ext>
              </a:extLst>
            </p:cNvPr>
            <p:cNvSpPr/>
            <p:nvPr/>
          </p:nvSpPr>
          <p:spPr>
            <a:xfrm rot="5400000">
              <a:off x="7357013" y="3435400"/>
              <a:ext cx="82111" cy="831364"/>
            </a:xfrm>
            <a:prstGeom prst="rightBracket">
              <a:avLst>
                <a:gd name="adj" fmla="val 27400"/>
              </a:avLst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6" name="오른쪽 대괄호 175">
              <a:extLst>
                <a:ext uri="{FF2B5EF4-FFF2-40B4-BE49-F238E27FC236}">
                  <a16:creationId xmlns:a16="http://schemas.microsoft.com/office/drawing/2014/main" id="{5917177D-F398-4550-99D5-14A3BDF5B840}"/>
                </a:ext>
              </a:extLst>
            </p:cNvPr>
            <p:cNvSpPr/>
            <p:nvPr/>
          </p:nvSpPr>
          <p:spPr>
            <a:xfrm rot="5400000">
              <a:off x="8143767" y="3529664"/>
              <a:ext cx="82111" cy="642840"/>
            </a:xfrm>
            <a:prstGeom prst="rightBracket">
              <a:avLst>
                <a:gd name="adj" fmla="val 27400"/>
              </a:avLst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B68D3CA5-5437-45A9-9B7B-4271B3E64845}"/>
                </a:ext>
              </a:extLst>
            </p:cNvPr>
            <p:cNvSpPr txBox="1"/>
            <p:nvPr/>
          </p:nvSpPr>
          <p:spPr>
            <a:xfrm>
              <a:off x="6084203" y="3864274"/>
              <a:ext cx="904415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 dirty="0"/>
                <a:t>Column Section IDs</a:t>
              </a:r>
              <a:endParaRPr lang="ko-KR" altLang="en-US" sz="600" b="1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CBBBB1A6-FBC0-44EF-91B0-1C03386260CD}"/>
                </a:ext>
              </a:extLst>
            </p:cNvPr>
            <p:cNvSpPr txBox="1"/>
            <p:nvPr/>
          </p:nvSpPr>
          <p:spPr>
            <a:xfrm>
              <a:off x="6887674" y="3864274"/>
              <a:ext cx="1019831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 dirty="0"/>
                <a:t>Column Rotation Flags</a:t>
              </a:r>
              <a:endParaRPr lang="ko-KR" altLang="en-US" sz="600" b="1" dirty="0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5DE8FF9E-538F-4CD6-8A33-BCAF8AA052B2}"/>
                </a:ext>
              </a:extLst>
            </p:cNvPr>
            <p:cNvSpPr txBox="1"/>
            <p:nvPr/>
          </p:nvSpPr>
          <p:spPr>
            <a:xfrm>
              <a:off x="7771888" y="3864274"/>
              <a:ext cx="82586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 dirty="0"/>
                <a:t>Beam Section IDs</a:t>
              </a:r>
              <a:endParaRPr lang="ko-KR" altLang="en-US" sz="600" b="1" dirty="0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E2AD1BAF-6EBA-4E07-801B-C716E1D61633}"/>
                </a:ext>
              </a:extLst>
            </p:cNvPr>
            <p:cNvSpPr txBox="1"/>
            <p:nvPr/>
          </p:nvSpPr>
          <p:spPr>
            <a:xfrm>
              <a:off x="2978860" y="3833496"/>
              <a:ext cx="28245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dirty="0"/>
                <a:t>1F</a:t>
              </a:r>
              <a:endParaRPr lang="ko-KR" altLang="en-US" sz="700" b="1" dirty="0"/>
            </a:p>
          </p:txBody>
        </p:sp>
        <p:cxnSp>
          <p:nvCxnSpPr>
            <p:cNvPr id="1035" name="연결선: 구부러짐 1034">
              <a:extLst>
                <a:ext uri="{FF2B5EF4-FFF2-40B4-BE49-F238E27FC236}">
                  <a16:creationId xmlns:a16="http://schemas.microsoft.com/office/drawing/2014/main" id="{200DC5B1-C134-4639-9031-2E0C311A9860}"/>
                </a:ext>
              </a:extLst>
            </p:cNvPr>
            <p:cNvCxnSpPr>
              <a:cxnSpLocks/>
              <a:endCxn id="1027" idx="0"/>
            </p:cNvCxnSpPr>
            <p:nvPr/>
          </p:nvCxnSpPr>
          <p:spPr>
            <a:xfrm>
              <a:off x="4646596" y="3049336"/>
              <a:ext cx="1558961" cy="317243"/>
            </a:xfrm>
            <a:prstGeom prst="curvedConnector2">
              <a:avLst/>
            </a:prstGeom>
            <a:ln>
              <a:solidFill>
                <a:schemeClr val="bg2">
                  <a:lumMod val="50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연결선: 구부러짐 1037">
              <a:extLst>
                <a:ext uri="{FF2B5EF4-FFF2-40B4-BE49-F238E27FC236}">
                  <a16:creationId xmlns:a16="http://schemas.microsoft.com/office/drawing/2014/main" id="{4E13AF8D-89AC-4B35-9EF2-3386C492221D}"/>
                </a:ext>
              </a:extLst>
            </p:cNvPr>
            <p:cNvCxnSpPr>
              <a:stCxn id="77" idx="3"/>
              <a:endCxn id="144" idx="0"/>
            </p:cNvCxnSpPr>
            <p:nvPr/>
          </p:nvCxnSpPr>
          <p:spPr>
            <a:xfrm flipV="1">
              <a:off x="4646596" y="3366579"/>
              <a:ext cx="1778074" cy="215840"/>
            </a:xfrm>
            <a:prstGeom prst="curvedConnector4">
              <a:avLst>
                <a:gd name="adj1" fmla="val 46919"/>
                <a:gd name="adj2" fmla="val 205912"/>
              </a:avLst>
            </a:prstGeom>
            <a:ln>
              <a:solidFill>
                <a:schemeClr val="bg2">
                  <a:lumMod val="50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연결선: 구부러짐 1039">
              <a:extLst>
                <a:ext uri="{FF2B5EF4-FFF2-40B4-BE49-F238E27FC236}">
                  <a16:creationId xmlns:a16="http://schemas.microsoft.com/office/drawing/2014/main" id="{64C701E2-E965-446B-9077-02D913838BE0}"/>
                </a:ext>
              </a:extLst>
            </p:cNvPr>
            <p:cNvCxnSpPr>
              <a:endCxn id="145" idx="0"/>
            </p:cNvCxnSpPr>
            <p:nvPr/>
          </p:nvCxnSpPr>
          <p:spPr>
            <a:xfrm flipV="1">
              <a:off x="4137053" y="3366579"/>
              <a:ext cx="2506730" cy="154662"/>
            </a:xfrm>
            <a:prstGeom prst="curvedConnector4">
              <a:avLst>
                <a:gd name="adj1" fmla="val 47815"/>
                <a:gd name="adj2" fmla="val 247806"/>
              </a:avLst>
            </a:prstGeom>
            <a:ln>
              <a:solidFill>
                <a:schemeClr val="bg2">
                  <a:lumMod val="50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연결선: 구부러짐 1043">
              <a:extLst>
                <a:ext uri="{FF2B5EF4-FFF2-40B4-BE49-F238E27FC236}">
                  <a16:creationId xmlns:a16="http://schemas.microsoft.com/office/drawing/2014/main" id="{2457035E-6EF1-43ED-A7CE-DF38E9921426}"/>
                </a:ext>
              </a:extLst>
            </p:cNvPr>
            <p:cNvCxnSpPr>
              <a:endCxn id="151" idx="0"/>
            </p:cNvCxnSpPr>
            <p:nvPr/>
          </p:nvCxnSpPr>
          <p:spPr>
            <a:xfrm flipV="1">
              <a:off x="4583937" y="3366579"/>
              <a:ext cx="3374524" cy="447456"/>
            </a:xfrm>
            <a:prstGeom prst="curvedConnector4">
              <a:avLst>
                <a:gd name="adj1" fmla="val 32146"/>
                <a:gd name="adj2" fmla="val 165990"/>
              </a:avLst>
            </a:prstGeom>
            <a:ln>
              <a:solidFill>
                <a:schemeClr val="bg2">
                  <a:lumMod val="50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연결선: 구부러짐 1049">
              <a:extLst>
                <a:ext uri="{FF2B5EF4-FFF2-40B4-BE49-F238E27FC236}">
                  <a16:creationId xmlns:a16="http://schemas.microsoft.com/office/drawing/2014/main" id="{05B12106-3542-47A1-951F-E297AFAADFAF}"/>
                </a:ext>
              </a:extLst>
            </p:cNvPr>
            <p:cNvCxnSpPr>
              <a:endCxn id="152" idx="0"/>
            </p:cNvCxnSpPr>
            <p:nvPr/>
          </p:nvCxnSpPr>
          <p:spPr>
            <a:xfrm flipV="1">
              <a:off x="4068746" y="3366579"/>
              <a:ext cx="4108828" cy="566944"/>
            </a:xfrm>
            <a:prstGeom prst="curvedConnector4">
              <a:avLst>
                <a:gd name="adj1" fmla="val 40785"/>
                <a:gd name="adj2" fmla="val 140321"/>
              </a:avLst>
            </a:prstGeom>
            <a:ln>
              <a:solidFill>
                <a:schemeClr val="bg2">
                  <a:lumMod val="50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연결선: 구부러짐 1052">
              <a:extLst>
                <a:ext uri="{FF2B5EF4-FFF2-40B4-BE49-F238E27FC236}">
                  <a16:creationId xmlns:a16="http://schemas.microsoft.com/office/drawing/2014/main" id="{B3B8D8BB-E4D2-45AC-B925-2C30E5FAC81D}"/>
                </a:ext>
              </a:extLst>
            </p:cNvPr>
            <p:cNvCxnSpPr>
              <a:stCxn id="1027" idx="0"/>
              <a:endCxn id="147" idx="0"/>
            </p:cNvCxnSpPr>
            <p:nvPr/>
          </p:nvCxnSpPr>
          <p:spPr>
            <a:xfrm rot="5400000" flipH="1" flipV="1">
              <a:off x="6643783" y="2928353"/>
              <a:ext cx="12700" cy="876452"/>
            </a:xfrm>
            <a:prstGeom prst="curvedConnector3">
              <a:avLst>
                <a:gd name="adj1" fmla="val 3937504"/>
              </a:avLst>
            </a:prstGeom>
            <a:ln>
              <a:solidFill>
                <a:schemeClr val="bg2">
                  <a:lumMod val="50000"/>
                </a:schemeClr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연결선: 구부러짐 201">
              <a:extLst>
                <a:ext uri="{FF2B5EF4-FFF2-40B4-BE49-F238E27FC236}">
                  <a16:creationId xmlns:a16="http://schemas.microsoft.com/office/drawing/2014/main" id="{1B166E32-E2B9-477D-B81B-68F2C227CE7D}"/>
                </a:ext>
              </a:extLst>
            </p:cNvPr>
            <p:cNvCxnSpPr/>
            <p:nvPr/>
          </p:nvCxnSpPr>
          <p:spPr>
            <a:xfrm rot="5400000" flipH="1" flipV="1">
              <a:off x="6856274" y="2928353"/>
              <a:ext cx="12700" cy="876452"/>
            </a:xfrm>
            <a:prstGeom prst="curvedConnector3">
              <a:avLst>
                <a:gd name="adj1" fmla="val 3937504"/>
              </a:avLst>
            </a:prstGeom>
            <a:ln>
              <a:solidFill>
                <a:schemeClr val="bg2">
                  <a:lumMod val="50000"/>
                </a:schemeClr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연결선: 구부러짐 202">
              <a:extLst>
                <a:ext uri="{FF2B5EF4-FFF2-40B4-BE49-F238E27FC236}">
                  <a16:creationId xmlns:a16="http://schemas.microsoft.com/office/drawing/2014/main" id="{33735AB4-C924-41C3-A656-9F8D8EC84ADF}"/>
                </a:ext>
              </a:extLst>
            </p:cNvPr>
            <p:cNvCxnSpPr/>
            <p:nvPr/>
          </p:nvCxnSpPr>
          <p:spPr>
            <a:xfrm rot="5400000" flipH="1" flipV="1">
              <a:off x="7065761" y="2928353"/>
              <a:ext cx="12700" cy="876452"/>
            </a:xfrm>
            <a:prstGeom prst="curvedConnector3">
              <a:avLst>
                <a:gd name="adj1" fmla="val 3937504"/>
              </a:avLst>
            </a:prstGeom>
            <a:ln>
              <a:solidFill>
                <a:schemeClr val="bg2">
                  <a:lumMod val="50000"/>
                </a:schemeClr>
              </a:solidFill>
              <a:prstDash val="sys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961F718F-0C7F-46B4-B424-E0B872BA9A9C}"/>
                </a:ext>
              </a:extLst>
            </p:cNvPr>
            <p:cNvSpPr txBox="1"/>
            <p:nvPr/>
          </p:nvSpPr>
          <p:spPr>
            <a:xfrm>
              <a:off x="6470185" y="4154023"/>
              <a:ext cx="14462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Chromosome Vector</a:t>
              </a:r>
              <a:endParaRPr lang="ko-KR" altLang="en-US" sz="1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090658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1724</TotalTime>
  <Words>48</Words>
  <Application>Microsoft Office PowerPoint</Application>
  <PresentationFormat>와이드스크린</PresentationFormat>
  <Paragraphs>26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Cambria Math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재민 소</dc:creator>
  <cp:lastModifiedBy>재민 소</cp:lastModifiedBy>
  <cp:revision>15</cp:revision>
  <dcterms:created xsi:type="dcterms:W3CDTF">2026-03-03T01:35:26Z</dcterms:created>
  <dcterms:modified xsi:type="dcterms:W3CDTF">2026-03-04T06:19:58Z</dcterms:modified>
</cp:coreProperties>
</file>